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040F"/>
    <a:srgbClr val="FFFFFF"/>
    <a:srgbClr val="D00000"/>
    <a:srgbClr val="9D0208"/>
    <a:srgbClr val="03071E"/>
    <a:srgbClr val="370617"/>
    <a:srgbClr val="F8C06B"/>
    <a:srgbClr val="DC2F02"/>
    <a:srgbClr val="F48C06"/>
    <a:srgbClr val="E85D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1A91-CA40-385B-1FBE-2631DFEE0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C0454-5BDF-0F4F-C4A4-D946108D5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EC44-07DA-2A65-AD31-49C6DDC2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C3CBF-2886-AC02-59FE-301E1AE7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6E7E3-EB38-7B8A-2AD8-852287B5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21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308F-5F14-934D-47BE-0C16A6A3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7E33-631C-1A68-7D8D-69032067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C19C-DA02-40E5-44CA-558A2B09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46E3-5D1A-83E1-08DE-DE19BA7B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C01D6-6349-C027-E914-66AF3295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23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0926-A0B0-5B38-6CE9-2EE0AA5C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B1874-D9A5-C861-890B-8330DD89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46242-00B0-A274-9BED-37324243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3ABD6-CF75-A05B-2509-076CB6E3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685E8-B818-7673-2188-80D3BCC2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439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62BF-3F89-11B7-9D1F-BA76594F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00C6-6D82-175E-7595-A16FA3EEF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BB9BE-92A1-142C-952C-3386F6CAB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67579-BAE1-648B-7B93-E56096B5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3E2DD-90A2-5262-47EA-C0634142C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AA1FA-393F-39EF-174C-E28E0C37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5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40D1-B2DA-59C4-FC24-D332CCE6D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96643-4EDC-4A04-6C03-0B7382420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FDE18-813A-1476-744B-B8E25E01F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E17E8-7ED7-2BD9-0143-BB80F7995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57C0D-C245-10C8-5C39-DEC81DA84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25CD6-01A6-B6EF-A6C0-C2FA88C8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36010-697E-920C-0B9A-6961DB95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AE679-5D7A-4862-18D5-F7994351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46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A56C-C8C1-9397-9978-0A2184BF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7F289-9E22-45F7-1592-DC7B8C35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AAABA-7DBA-E9C8-CC7B-CE54B144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04EBB-A313-8EB6-803A-A91DA9B1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CFBA3-594A-ABA6-3AD8-A02BA11F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D65A3-3D6F-33F4-F23A-EA2BA699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2327C-A118-824D-EF8C-0B01E7A9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53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249C-6416-109D-E3B6-33283E9C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911F-5869-DEC0-2A4D-2F010F92E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8E8B5-4558-AAF8-092D-FB16534B7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5F992-F3ED-5C7F-D4D0-E03A49DC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8949-BB1C-36EB-10A1-FFE048DB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C54D0-C8F9-3A6B-2174-D6562145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3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C86D-AC92-D342-0D0A-30CE9F26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A9349-550E-1733-E1E1-0D5D384F7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F1B35-D83F-C38E-E7A7-19262EFDA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5EBE6-ED49-BE5A-95CF-EDD2A59F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37C7D-04A6-C6B3-0A54-3B3ED3EA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21B2A-C2C9-326E-9D8D-DCDC631B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3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6541-42E9-2C78-D2EC-6F58D3DC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0204D-B863-F388-F9CC-53EDE9417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EA258-293B-52CC-484C-657BB0B1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6150-C2D7-DA2E-ECBD-CC2164C3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FED2-A506-7B13-D7B3-B5509FA8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50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E5379F-E28D-042A-113B-694737C0A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989C4-8DE0-DD87-AF8B-AD123A420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23EB-C7AC-A618-BDBE-D133FBD7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BFE6-6CA4-D095-EB96-D4CCA6C6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D04A0-704E-07E0-656F-C31EA661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79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B6B0E-CBD4-F050-2145-FE8E8809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C069-9865-0691-F1A0-60EDF7F64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7322E-3CF5-1B41-24B3-0FD162A35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9FBA-00DA-4B6E-B5FF-43E6367193A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66BF-2B86-B977-7D45-392A47475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D6493-3C5E-344D-0B77-715400662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EED57-C7E3-4FA9-A6D9-4E6FCA0B2C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13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000">
              <a:srgbClr val="370617"/>
            </a:gs>
            <a:gs pos="80000">
              <a:srgbClr val="370617"/>
            </a:gs>
            <a:gs pos="100000">
              <a:srgbClr val="FF0000"/>
            </a:gs>
          </a:gsLst>
          <a:lin ang="1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F8ADE2-8605-7980-241C-DF29319E3DB6}"/>
              </a:ext>
            </a:extLst>
          </p:cNvPr>
          <p:cNvSpPr/>
          <p:nvPr/>
        </p:nvSpPr>
        <p:spPr>
          <a:xfrm>
            <a:off x="0" y="0"/>
            <a:ext cx="12192000" cy="6852712"/>
          </a:xfrm>
          <a:prstGeom prst="roundRect">
            <a:avLst>
              <a:gd name="adj" fmla="val 943"/>
            </a:avLst>
          </a:prstGeom>
          <a:gradFill>
            <a:gsLst>
              <a:gs pos="41000">
                <a:srgbClr val="03071E"/>
              </a:gs>
              <a:gs pos="81000">
                <a:srgbClr val="370617"/>
              </a:gs>
              <a:gs pos="100000">
                <a:srgbClr val="6A040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25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000">
              <a:srgbClr val="370617"/>
            </a:gs>
            <a:gs pos="80000">
              <a:srgbClr val="370617"/>
            </a:gs>
            <a:gs pos="100000">
              <a:srgbClr val="FF0000"/>
            </a:gs>
          </a:gsLst>
          <a:lin ang="1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2A067-6C3A-C0A5-4846-0B76B010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F29999-C401-7DA5-7E9F-D70AAB89EC9A}"/>
              </a:ext>
            </a:extLst>
          </p:cNvPr>
          <p:cNvSpPr/>
          <p:nvPr/>
        </p:nvSpPr>
        <p:spPr>
          <a:xfrm>
            <a:off x="0" y="0"/>
            <a:ext cx="12192000" cy="6852712"/>
          </a:xfrm>
          <a:prstGeom prst="roundRect">
            <a:avLst>
              <a:gd name="adj" fmla="val 943"/>
            </a:avLst>
          </a:prstGeom>
          <a:gradFill>
            <a:gsLst>
              <a:gs pos="41000">
                <a:srgbClr val="03071E"/>
              </a:gs>
              <a:gs pos="81000">
                <a:srgbClr val="370617"/>
              </a:gs>
              <a:gs pos="100000">
                <a:srgbClr val="6A040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EA6AE9-330C-1D42-FCC8-6CF301642240}"/>
              </a:ext>
            </a:extLst>
          </p:cNvPr>
          <p:cNvSpPr/>
          <p:nvPr/>
        </p:nvSpPr>
        <p:spPr>
          <a:xfrm>
            <a:off x="226143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568E85-776F-1679-9814-281EA23D8205}"/>
              </a:ext>
            </a:extLst>
          </p:cNvPr>
          <p:cNvSpPr/>
          <p:nvPr/>
        </p:nvSpPr>
        <p:spPr>
          <a:xfrm>
            <a:off x="3683821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D0C45D-F0FD-8FCD-7979-CE0ACE8409C8}"/>
              </a:ext>
            </a:extLst>
          </p:cNvPr>
          <p:cNvSpPr/>
          <p:nvPr/>
        </p:nvSpPr>
        <p:spPr>
          <a:xfrm>
            <a:off x="5412660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253D7A-BF61-EE2C-5AE2-A2BB7DDABEE1}"/>
              </a:ext>
            </a:extLst>
          </p:cNvPr>
          <p:cNvSpPr/>
          <p:nvPr/>
        </p:nvSpPr>
        <p:spPr>
          <a:xfrm>
            <a:off x="7141499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414968-FB8F-308D-11DB-222274E01448}"/>
              </a:ext>
            </a:extLst>
          </p:cNvPr>
          <p:cNvSpPr/>
          <p:nvPr/>
        </p:nvSpPr>
        <p:spPr>
          <a:xfrm>
            <a:off x="8870338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902BF2-6213-4D8C-8A19-7E05E8966487}"/>
              </a:ext>
            </a:extLst>
          </p:cNvPr>
          <p:cNvSpPr/>
          <p:nvPr/>
        </p:nvSpPr>
        <p:spPr>
          <a:xfrm>
            <a:off x="10599176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92B512D-7806-5C41-E8ED-9B4B6A21B4F9}"/>
              </a:ext>
            </a:extLst>
          </p:cNvPr>
          <p:cNvSpPr/>
          <p:nvPr/>
        </p:nvSpPr>
        <p:spPr>
          <a:xfrm>
            <a:off x="1954982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80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000">
              <a:srgbClr val="370617"/>
            </a:gs>
            <a:gs pos="80000">
              <a:srgbClr val="370617"/>
            </a:gs>
            <a:gs pos="100000">
              <a:srgbClr val="FF0000"/>
            </a:gs>
          </a:gsLst>
          <a:lin ang="1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26CEF-68DF-3DBD-B3A1-C048E634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C44797-27CC-A8B8-FAFF-D79B77A43F2C}"/>
              </a:ext>
            </a:extLst>
          </p:cNvPr>
          <p:cNvSpPr/>
          <p:nvPr/>
        </p:nvSpPr>
        <p:spPr>
          <a:xfrm>
            <a:off x="0" y="0"/>
            <a:ext cx="12192000" cy="6852712"/>
          </a:xfrm>
          <a:prstGeom prst="roundRect">
            <a:avLst>
              <a:gd name="adj" fmla="val 943"/>
            </a:avLst>
          </a:prstGeom>
          <a:gradFill>
            <a:gsLst>
              <a:gs pos="41000">
                <a:srgbClr val="03071E"/>
              </a:gs>
              <a:gs pos="81000">
                <a:srgbClr val="370617"/>
              </a:gs>
              <a:gs pos="100000">
                <a:srgbClr val="6A040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0AFE99D-27B7-52B8-E30F-B529A8D1C98B}"/>
              </a:ext>
            </a:extLst>
          </p:cNvPr>
          <p:cNvSpPr/>
          <p:nvPr/>
        </p:nvSpPr>
        <p:spPr>
          <a:xfrm>
            <a:off x="7633942" y="2460866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5692CA-E571-3A75-CB72-29B39B5AE65D}"/>
              </a:ext>
            </a:extLst>
          </p:cNvPr>
          <p:cNvSpPr/>
          <p:nvPr/>
        </p:nvSpPr>
        <p:spPr>
          <a:xfrm>
            <a:off x="9453096" y="2460866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E2269F-6109-5364-C57A-46876D8CFBFF}"/>
              </a:ext>
            </a:extLst>
          </p:cNvPr>
          <p:cNvSpPr/>
          <p:nvPr/>
        </p:nvSpPr>
        <p:spPr>
          <a:xfrm>
            <a:off x="10379505" y="1462548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DEFF853-120C-C6FE-7C00-95E4BE4E7CDD}"/>
              </a:ext>
            </a:extLst>
          </p:cNvPr>
          <p:cNvSpPr/>
          <p:nvPr/>
        </p:nvSpPr>
        <p:spPr>
          <a:xfrm>
            <a:off x="8532286" y="1462548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50BDE2F-005D-0BE6-2B6B-5061B4F8DF36}"/>
              </a:ext>
            </a:extLst>
          </p:cNvPr>
          <p:cNvSpPr/>
          <p:nvPr/>
        </p:nvSpPr>
        <p:spPr>
          <a:xfrm>
            <a:off x="6680959" y="1462548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2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000">
              <a:srgbClr val="370617"/>
            </a:gs>
            <a:gs pos="80000">
              <a:srgbClr val="370617"/>
            </a:gs>
            <a:gs pos="100000">
              <a:srgbClr val="FF0000"/>
            </a:gs>
          </a:gsLst>
          <a:lin ang="1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7D2B3-529C-D65D-B84E-8C94E4CC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7C2BE7-BFE0-07EB-3D57-ABEA71E27410}"/>
              </a:ext>
            </a:extLst>
          </p:cNvPr>
          <p:cNvSpPr/>
          <p:nvPr/>
        </p:nvSpPr>
        <p:spPr>
          <a:xfrm>
            <a:off x="0" y="0"/>
            <a:ext cx="12192000" cy="6852712"/>
          </a:xfrm>
          <a:prstGeom prst="roundRect">
            <a:avLst>
              <a:gd name="adj" fmla="val 943"/>
            </a:avLst>
          </a:prstGeom>
          <a:gradFill>
            <a:gsLst>
              <a:gs pos="41000">
                <a:srgbClr val="03071E"/>
              </a:gs>
              <a:gs pos="81000">
                <a:srgbClr val="370617"/>
              </a:gs>
              <a:gs pos="100000">
                <a:srgbClr val="6A040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8D141F-7AAE-B447-A66F-E979AF946B97}"/>
              </a:ext>
            </a:extLst>
          </p:cNvPr>
          <p:cNvSpPr/>
          <p:nvPr/>
        </p:nvSpPr>
        <p:spPr>
          <a:xfrm>
            <a:off x="226143" y="1081549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57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245CB7-4649-D8A5-0B81-60781F15210C}"/>
              </a:ext>
            </a:extLst>
          </p:cNvPr>
          <p:cNvSpPr/>
          <p:nvPr/>
        </p:nvSpPr>
        <p:spPr>
          <a:xfrm>
            <a:off x="226143" y="2262166"/>
            <a:ext cx="1366684" cy="761998"/>
          </a:xfrm>
          <a:prstGeom prst="roundRect">
            <a:avLst/>
          </a:prstGeom>
          <a:gradFill>
            <a:gsLst>
              <a:gs pos="41000">
                <a:srgbClr val="6A040F"/>
              </a:gs>
              <a:gs pos="75000">
                <a:srgbClr val="9D0208"/>
              </a:gs>
              <a:gs pos="100000">
                <a:srgbClr val="D00000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6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14BF28-E1EE-6CCD-CB3D-05DD423E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01" y="533264"/>
            <a:ext cx="11610198" cy="3332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4D3CD7-61A4-6B5E-7004-7C46B3594E03}"/>
              </a:ext>
            </a:extLst>
          </p:cNvPr>
          <p:cNvSpPr txBox="1"/>
          <p:nvPr/>
        </p:nvSpPr>
        <p:spPr>
          <a:xfrm>
            <a:off x="290901" y="4328270"/>
            <a:ext cx="5470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Colour</a:t>
            </a:r>
            <a:r>
              <a:rPr lang="en-US" sz="2400" b="1" dirty="0"/>
              <a:t> palette used to create Background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0064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</TotalTime>
  <Words>6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chandra Midde</dc:creator>
  <cp:lastModifiedBy>Bharath chandra Midde</cp:lastModifiedBy>
  <cp:revision>1</cp:revision>
  <dcterms:created xsi:type="dcterms:W3CDTF">2026-04-17T09:49:26Z</dcterms:created>
  <dcterms:modified xsi:type="dcterms:W3CDTF">2026-04-19T06:34:58Z</dcterms:modified>
</cp:coreProperties>
</file>